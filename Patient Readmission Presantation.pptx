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538A4D6-C6EC-4F05-87FD-A04D3ACA4F23}"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8749132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38A4D6-C6EC-4F05-87FD-A04D3ACA4F23}"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9154671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538A4D6-C6EC-4F05-87FD-A04D3ACA4F23}"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2395560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538A4D6-C6EC-4F05-87FD-A04D3ACA4F23}"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3735120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538A4D6-C6EC-4F05-87FD-A04D3ACA4F23}"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7679197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538A4D6-C6EC-4F05-87FD-A04D3ACA4F23}"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7573693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538A4D6-C6EC-4F05-87FD-A04D3ACA4F23}"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2724647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38A4D6-C6EC-4F05-87FD-A04D3ACA4F23}"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3564576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538A4D6-C6EC-4F05-87FD-A04D3ACA4F23}"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2613927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38A4D6-C6EC-4F05-87FD-A04D3ACA4F23}"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36965000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538A4D6-C6EC-4F05-87FD-A04D3ACA4F23}"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55A0905-2BC5-4E9D-BE7A-F32057D01605}" type="slidenum">
              <a:rPr lang="en-US" smtClean="0"/>
              <a:t>‹#›</a:t>
            </a:fld>
            <a:endParaRPr lang="en-US"/>
          </a:p>
        </p:txBody>
      </p:sp>
    </p:spTree>
    <p:extLst>
      <p:ext uri="{BB962C8B-B14F-4D97-AF65-F5344CB8AC3E}">
        <p14:creationId xmlns:p14="http://schemas.microsoft.com/office/powerpoint/2010/main" val="38360276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38A4D6-C6EC-4F05-87FD-A04D3ACA4F23}" type="datetimeFigureOut">
              <a:rPr lang="en-US" smtClean="0"/>
              <a:t>11/11/2025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5A0905-2BC5-4E9D-BE7A-F32057D01605}" type="slidenum">
              <a:rPr lang="en-US" smtClean="0"/>
              <a:t>‹#›</a:t>
            </a:fld>
            <a:endParaRPr lang="en-US"/>
          </a:p>
        </p:txBody>
      </p:sp>
    </p:spTree>
    <p:extLst>
      <p:ext uri="{BB962C8B-B14F-4D97-AF65-F5344CB8AC3E}">
        <p14:creationId xmlns:p14="http://schemas.microsoft.com/office/powerpoint/2010/main" val="21726159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52401"/>
            <a:ext cx="7772400" cy="1142999"/>
          </a:xfrm>
        </p:spPr>
        <p:txBody>
          <a:bodyPr/>
          <a:lstStyle/>
          <a:p>
            <a:r>
              <a:rPr lang="en-US" dirty="0" smtClean="0"/>
              <a:t>Patient Readmission</a:t>
            </a:r>
            <a:endParaRPr lang="en-US" dirty="0"/>
          </a:p>
        </p:txBody>
      </p:sp>
      <p:sp>
        <p:nvSpPr>
          <p:cNvPr id="3" name="Subtitle 2"/>
          <p:cNvSpPr>
            <a:spLocks noGrp="1"/>
          </p:cNvSpPr>
          <p:nvPr>
            <p:ph type="subTitle" idx="1"/>
          </p:nvPr>
        </p:nvSpPr>
        <p:spPr/>
        <p:txBody>
          <a:bodyPr/>
          <a:lstStyle/>
          <a:p>
            <a:endParaRPr lang="en-US"/>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447800"/>
            <a:ext cx="8839200" cy="5334000"/>
          </a:xfrm>
          <a:prstGeom prst="rect">
            <a:avLst/>
          </a:prstGeom>
        </p:spPr>
      </p:pic>
    </p:spTree>
    <p:extLst>
      <p:ext uri="{BB962C8B-B14F-4D97-AF65-F5344CB8AC3E}">
        <p14:creationId xmlns:p14="http://schemas.microsoft.com/office/powerpoint/2010/main" val="17018931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1000" y="228600"/>
            <a:ext cx="8534400" cy="5897563"/>
          </a:xfrm>
        </p:spPr>
      </p:pic>
    </p:spTree>
    <p:extLst>
      <p:ext uri="{BB962C8B-B14F-4D97-AF65-F5344CB8AC3E}">
        <p14:creationId xmlns:p14="http://schemas.microsoft.com/office/powerpoint/2010/main" val="40972810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TABLE OF CONTENT</a:t>
            </a:r>
            <a:endParaRPr lang="en-US" dirty="0"/>
          </a:p>
        </p:txBody>
      </p:sp>
      <p:sp>
        <p:nvSpPr>
          <p:cNvPr id="3" name="Content Placeholder 2"/>
          <p:cNvSpPr>
            <a:spLocks noGrp="1"/>
          </p:cNvSpPr>
          <p:nvPr>
            <p:ph idx="1"/>
          </p:nvPr>
        </p:nvSpPr>
        <p:spPr/>
        <p:txBody>
          <a:bodyPr/>
          <a:lstStyle/>
          <a:p>
            <a:r>
              <a:rPr lang="en-US" dirty="0" smtClean="0"/>
              <a:t>Gantt Charts</a:t>
            </a:r>
          </a:p>
          <a:p>
            <a:r>
              <a:rPr lang="en-US" dirty="0" smtClean="0"/>
              <a:t>Miro Diagram</a:t>
            </a:r>
          </a:p>
          <a:p>
            <a:r>
              <a:rPr lang="en-US" dirty="0" smtClean="0"/>
              <a:t>SQL</a:t>
            </a:r>
          </a:p>
          <a:p>
            <a:r>
              <a:rPr lang="en-US" dirty="0" smtClean="0"/>
              <a:t>Dashboard Looker Studio</a:t>
            </a:r>
          </a:p>
          <a:p>
            <a:r>
              <a:rPr lang="en-US" dirty="0" smtClean="0"/>
              <a:t>Recommendations</a:t>
            </a:r>
            <a:endParaRPr lang="en-US" dirty="0"/>
          </a:p>
        </p:txBody>
      </p:sp>
    </p:spTree>
    <p:extLst>
      <p:ext uri="{BB962C8B-B14F-4D97-AF65-F5344CB8AC3E}">
        <p14:creationId xmlns:p14="http://schemas.microsoft.com/office/powerpoint/2010/main" val="13486818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048000"/>
            <a:ext cx="8229600" cy="3581400"/>
          </a:xfrm>
        </p:spPr>
        <p:txBody>
          <a:bodyPr>
            <a:normAutofit fontScale="90000"/>
          </a:bodyPr>
          <a:lstStyle/>
          <a:p>
            <a:r>
              <a:rPr lang="en-US" dirty="0" smtClean="0"/>
              <a:t>The diagram outline a strategy for managing patient readmissions. It focuses on prioritizing targeted patients, developing future strategies like automation and analyzing data via Excel ,Snowflake and presentation.</a:t>
            </a:r>
            <a:endParaRPr lang="en-US" dirty="0"/>
          </a:p>
        </p:txBody>
      </p:sp>
      <p:pic>
        <p:nvPicPr>
          <p:cNvPr id="8" name="Content Placeholder 7"/>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2400" y="0"/>
            <a:ext cx="8991600" cy="2971800"/>
          </a:xfrm>
        </p:spPr>
      </p:pic>
    </p:spTree>
    <p:extLst>
      <p:ext uri="{BB962C8B-B14F-4D97-AF65-F5344CB8AC3E}">
        <p14:creationId xmlns:p14="http://schemas.microsoft.com/office/powerpoint/2010/main" val="8651654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US" dirty="0" smtClean="0"/>
              <a:t>SQL</a:t>
            </a:r>
            <a:endParaRPr lang="en-US" dirty="0"/>
          </a:p>
        </p:txBody>
      </p:sp>
      <p:sp>
        <p:nvSpPr>
          <p:cNvPr id="3" name="Content Placeholder 2"/>
          <p:cNvSpPr>
            <a:spLocks noGrp="1"/>
          </p:cNvSpPr>
          <p:nvPr>
            <p:ph idx="1"/>
          </p:nvPr>
        </p:nvSpPr>
        <p:spPr>
          <a:xfrm>
            <a:off x="457200" y="1371600"/>
            <a:ext cx="8229600" cy="4754563"/>
          </a:xfrm>
        </p:spPr>
        <p:txBody>
          <a:bodyPr>
            <a:normAutofit fontScale="92500" lnSpcReduction="10000"/>
          </a:bodyPr>
          <a:lstStyle/>
          <a:p>
            <a:r>
              <a:rPr lang="en-US" dirty="0" smtClean="0"/>
              <a:t>The queries demonstrate the following metric on the Dashboard.</a:t>
            </a:r>
          </a:p>
          <a:p>
            <a:r>
              <a:rPr lang="en-US" dirty="0" smtClean="0"/>
              <a:t>Readmission: % of patients readmitted within certain timeframe.</a:t>
            </a:r>
          </a:p>
          <a:p>
            <a:r>
              <a:rPr lang="en-US" dirty="0" smtClean="0"/>
              <a:t>Average Length of stay: by admission type , age group or diagnosis.</a:t>
            </a:r>
          </a:p>
          <a:p>
            <a:r>
              <a:rPr lang="en-US" dirty="0" smtClean="0"/>
              <a:t>High risk patients: with blood pressure, high blood sugar or admission type.</a:t>
            </a:r>
          </a:p>
          <a:p>
            <a:r>
              <a:rPr lang="en-US" dirty="0" smtClean="0"/>
              <a:t>Top diagnoses: most common diagnoses and their associated readmission rates.</a:t>
            </a:r>
            <a:endParaRPr lang="en-US" dirty="0"/>
          </a:p>
        </p:txBody>
      </p:sp>
    </p:spTree>
    <p:extLst>
      <p:ext uri="{BB962C8B-B14F-4D97-AF65-F5344CB8AC3E}">
        <p14:creationId xmlns:p14="http://schemas.microsoft.com/office/powerpoint/2010/main" val="26171366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lstStyle/>
          <a:p>
            <a:endParaRPr lang="en-US" dirty="0"/>
          </a:p>
        </p:txBody>
      </p:sp>
      <p:sp>
        <p:nvSpPr>
          <p:cNvPr id="5" name="Content Placeholder 4"/>
          <p:cNvSpPr>
            <a:spLocks noGrp="1"/>
          </p:cNvSpPr>
          <p:nvPr>
            <p:ph idx="1"/>
          </p:nvPr>
        </p:nvSpPr>
        <p:spPr>
          <a:xfrm>
            <a:off x="457200" y="3657600"/>
            <a:ext cx="8229600" cy="2971800"/>
          </a:xfrm>
        </p:spPr>
        <p:txBody>
          <a:bodyPr/>
          <a:lstStyle/>
          <a:p>
            <a:r>
              <a:rPr lang="en-US" dirty="0" smtClean="0"/>
              <a:t>Both BP and Sugar Levels increase with age, peaking in older groups(	Too old).</a:t>
            </a:r>
          </a:p>
          <a:p>
            <a:r>
              <a:rPr lang="en-US" dirty="0" smtClean="0"/>
              <a:t>Younger groups (Teenage , Youth) have much lower values – suggesting age has a strong correlation with both metrics.</a:t>
            </a: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0"/>
            <a:ext cx="8686800" cy="3505200"/>
          </a:xfrm>
          <a:prstGeom prst="rect">
            <a:avLst/>
          </a:prstGeom>
        </p:spPr>
      </p:pic>
    </p:spTree>
    <p:extLst>
      <p:ext uri="{BB962C8B-B14F-4D97-AF65-F5344CB8AC3E}">
        <p14:creationId xmlns:p14="http://schemas.microsoft.com/office/powerpoint/2010/main" val="33407016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a:xfrm>
            <a:off x="457200" y="3276600"/>
            <a:ext cx="8229600" cy="2849563"/>
          </a:xfrm>
        </p:spPr>
        <p:txBody>
          <a:bodyPr>
            <a:normAutofit lnSpcReduction="10000"/>
          </a:bodyPr>
          <a:lstStyle/>
          <a:p>
            <a:r>
              <a:rPr lang="en-US" dirty="0" smtClean="0"/>
              <a:t>Most patients were not readmitted ( blue bars taller).</a:t>
            </a:r>
          </a:p>
          <a:p>
            <a:r>
              <a:rPr lang="en-US" dirty="0" smtClean="0"/>
              <a:t>Both Elective and Emergency admissions show some readmissions, but emergency patients might have a slightly higher proportion of readmissions – depending on bar height.</a:t>
            </a:r>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152400"/>
            <a:ext cx="8610600" cy="2924980"/>
          </a:xfrm>
          <a:prstGeom prst="rect">
            <a:avLst/>
          </a:prstGeom>
        </p:spPr>
      </p:pic>
    </p:spTree>
    <p:extLst>
      <p:ext uri="{BB962C8B-B14F-4D97-AF65-F5344CB8AC3E}">
        <p14:creationId xmlns:p14="http://schemas.microsoft.com/office/powerpoint/2010/main" val="1103720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048000"/>
            <a:ext cx="8229600" cy="3078163"/>
          </a:xfrm>
        </p:spPr>
        <p:txBody>
          <a:bodyPr>
            <a:normAutofit lnSpcReduction="10000"/>
          </a:bodyPr>
          <a:lstStyle/>
          <a:p>
            <a:r>
              <a:rPr lang="en-US" dirty="0" smtClean="0"/>
              <a:t>The charts suggests that as the complexity or number of diagnoses increases, the average length of stay also increase.</a:t>
            </a:r>
          </a:p>
          <a:p>
            <a:r>
              <a:rPr lang="en-US" dirty="0" smtClean="0"/>
              <a:t>This indicate that patients with more complicated health conditions require more time for treatment and recovery.</a:t>
            </a:r>
            <a:endParaRPr lang="en-US" dirty="0"/>
          </a:p>
        </p:txBody>
      </p:sp>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0" y="0"/>
            <a:ext cx="8686800" cy="2895600"/>
          </a:xfrm>
          <a:prstGeom prst="rect">
            <a:avLst/>
          </a:prstGeom>
        </p:spPr>
      </p:pic>
    </p:spTree>
    <p:extLst>
      <p:ext uri="{BB962C8B-B14F-4D97-AF65-F5344CB8AC3E}">
        <p14:creationId xmlns:p14="http://schemas.microsoft.com/office/powerpoint/2010/main" val="556176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457200" y="3200400"/>
            <a:ext cx="8229600" cy="2925763"/>
          </a:xfrm>
        </p:spPr>
        <p:txBody>
          <a:bodyPr>
            <a:normAutofit fontScale="92500" lnSpcReduction="20000"/>
          </a:bodyPr>
          <a:lstStyle/>
          <a:p>
            <a:r>
              <a:rPr lang="en-US" dirty="0" smtClean="0"/>
              <a:t>The above table represents older patients (Too old) have high BP and Sugar level, while Teenage patients have the lowest. </a:t>
            </a:r>
          </a:p>
          <a:p>
            <a:r>
              <a:rPr lang="en-US" dirty="0" smtClean="0"/>
              <a:t>This means that blood pressure and Sugar levels increase with age for both genders, with males generally having slightly higher readings than females.</a:t>
            </a: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2400"/>
            <a:ext cx="8915399" cy="2742071"/>
          </a:xfrm>
          <a:prstGeom prst="rect">
            <a:avLst/>
          </a:prstGeom>
        </p:spPr>
      </p:pic>
    </p:spTree>
    <p:extLst>
      <p:ext uri="{BB962C8B-B14F-4D97-AF65-F5344CB8AC3E}">
        <p14:creationId xmlns:p14="http://schemas.microsoft.com/office/powerpoint/2010/main" val="919964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 of Recommendations based on all the graphs </a:t>
            </a:r>
            <a:endParaRPr lang="en-US" dirty="0"/>
          </a:p>
        </p:txBody>
      </p:sp>
      <p:sp>
        <p:nvSpPr>
          <p:cNvPr id="3" name="Content Placeholder 2"/>
          <p:cNvSpPr>
            <a:spLocks noGrp="1"/>
          </p:cNvSpPr>
          <p:nvPr>
            <p:ph idx="1"/>
          </p:nvPr>
        </p:nvSpPr>
        <p:spPr>
          <a:xfrm>
            <a:off x="457200" y="1600200"/>
            <a:ext cx="8229600" cy="4953000"/>
          </a:xfrm>
        </p:spPr>
        <p:txBody>
          <a:bodyPr>
            <a:normAutofit fontScale="85000" lnSpcReduction="10000"/>
          </a:bodyPr>
          <a:lstStyle/>
          <a:p>
            <a:r>
              <a:rPr lang="en-US" dirty="0" smtClean="0"/>
              <a:t>The analysis shows that older patients have higher blood pressure and sugar levels, making them more likely to be readmitted. </a:t>
            </a:r>
            <a:endParaRPr lang="en-US" dirty="0"/>
          </a:p>
          <a:p>
            <a:r>
              <a:rPr lang="en-US" dirty="0" smtClean="0"/>
              <a:t>It is recommended that hospitals strengthen preventive care and regular monitoring for elderly patients. Those with multiple diagnoses tend to stay longer at hospital, highlighting the need for better care coordination and discharge planning.</a:t>
            </a:r>
          </a:p>
          <a:p>
            <a:r>
              <a:rPr lang="en-US" dirty="0" smtClean="0"/>
              <a:t>Follow up care and patient education should be prioritized to help reduce readmission rates for both elective and emergency cases.</a:t>
            </a:r>
          </a:p>
          <a:p>
            <a:pPr marL="0" indent="0">
              <a:buNone/>
            </a:pPr>
            <a:r>
              <a:rPr lang="en-US" dirty="0" smtClean="0"/>
              <a:t> </a:t>
            </a:r>
          </a:p>
          <a:p>
            <a:endParaRPr lang="en-US" dirty="0" smtClean="0"/>
          </a:p>
          <a:p>
            <a:endParaRPr lang="en-US" dirty="0" smtClean="0"/>
          </a:p>
          <a:p>
            <a:endParaRPr lang="en-US" dirty="0"/>
          </a:p>
        </p:txBody>
      </p:sp>
    </p:spTree>
    <p:extLst>
      <p:ext uri="{BB962C8B-B14F-4D97-AF65-F5344CB8AC3E}">
        <p14:creationId xmlns:p14="http://schemas.microsoft.com/office/powerpoint/2010/main" val="27947039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059362"/>
          </a:xfrm>
        </p:spPr>
        <p:txBody>
          <a:bodyPr/>
          <a:lstStyle/>
          <a:p>
            <a:r>
              <a:rPr lang="en-US" b="1" dirty="0" smtClean="0"/>
              <a:t>THANK YOU</a:t>
            </a:r>
            <a:endParaRPr lang="en-US" b="1" dirty="0"/>
          </a:p>
        </p:txBody>
      </p:sp>
      <p:sp>
        <p:nvSpPr>
          <p:cNvPr id="3" name="Content Placeholder 2"/>
          <p:cNvSpPr>
            <a:spLocks noGrp="1"/>
          </p:cNvSpPr>
          <p:nvPr>
            <p:ph idx="1"/>
          </p:nvPr>
        </p:nvSpPr>
        <p:spPr>
          <a:xfrm>
            <a:off x="457200" y="5715000"/>
            <a:ext cx="8229600" cy="411163"/>
          </a:xfrm>
        </p:spPr>
        <p:txBody>
          <a:bodyPr>
            <a:normAutofit fontScale="77500" lnSpcReduction="20000"/>
          </a:bodyPr>
          <a:lstStyle/>
          <a:p>
            <a:r>
              <a:rPr lang="en-US" dirty="0" smtClean="0"/>
              <a:t>.</a:t>
            </a:r>
            <a:endParaRPr lang="en-US" dirty="0"/>
          </a:p>
        </p:txBody>
      </p:sp>
    </p:spTree>
    <p:extLst>
      <p:ext uri="{BB962C8B-B14F-4D97-AF65-F5344CB8AC3E}">
        <p14:creationId xmlns:p14="http://schemas.microsoft.com/office/powerpoint/2010/main" val="3571307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525962"/>
          </a:xfrm>
        </p:spPr>
        <p:txBody>
          <a:bodyPr/>
          <a:lstStyle/>
          <a:p>
            <a:r>
              <a:rPr lang="en-US" dirty="0" smtClean="0"/>
              <a:t>.</a:t>
            </a:r>
            <a:endParaRPr lang="en-US" dirty="0"/>
          </a:p>
        </p:txBody>
      </p:sp>
      <p:sp>
        <p:nvSpPr>
          <p:cNvPr id="3" name="Content Placeholder 2"/>
          <p:cNvSpPr>
            <a:spLocks noGrp="1"/>
          </p:cNvSpPr>
          <p:nvPr>
            <p:ph idx="1"/>
          </p:nvPr>
        </p:nvSpPr>
        <p:spPr>
          <a:xfrm>
            <a:off x="457200" y="5867400"/>
            <a:ext cx="8229600" cy="258763"/>
          </a:xfrm>
        </p:spPr>
        <p:txBody>
          <a:bodyPr>
            <a:normAutofit fontScale="40000" lnSpcReduction="20000"/>
          </a:bodyPr>
          <a:lstStyle/>
          <a:p>
            <a:r>
              <a:rPr lang="en-US" dirty="0" smtClean="0"/>
              <a:t>.</a:t>
            </a:r>
            <a:endParaRPr lang="en-US" dirty="0"/>
          </a:p>
        </p:txBody>
      </p:sp>
    </p:spTree>
    <p:extLst>
      <p:ext uri="{BB962C8B-B14F-4D97-AF65-F5344CB8AC3E}">
        <p14:creationId xmlns:p14="http://schemas.microsoft.com/office/powerpoint/2010/main" val="36878741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670</TotalTime>
  <Words>339</Words>
  <Application>Microsoft Office PowerPoint</Application>
  <PresentationFormat>On-screen Show (4:3)</PresentationFormat>
  <Paragraphs>32</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Patient Readmission</vt:lpstr>
      <vt:lpstr>PowerPoint Presentation</vt:lpstr>
      <vt:lpstr>TABLE OF CONTENT</vt:lpstr>
      <vt:lpstr>The diagram outline a strategy for managing patient readmissions. It focuses on prioritizing targeted patients, developing future strategies like automation and analyzing data via Excel ,Snowflake and presentation.</vt:lpstr>
      <vt:lpstr>SQL</vt:lpstr>
      <vt:lpstr>PowerPoint Presentation</vt:lpstr>
      <vt:lpstr>PowerPoint Presentation</vt:lpstr>
      <vt:lpstr>PowerPoint Presentation</vt:lpstr>
      <vt:lpstr>PowerPoint Presentation</vt:lpstr>
      <vt:lpstr>Summary of Recommendations based on all the graphs </vt:lpstr>
      <vt:lpstr>THANK YOU</vt:lpstr>
      <vt:lpstr>.</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Patient Readmission</dc:title>
  <dc:creator>Student</dc:creator>
  <cp:lastModifiedBy>Student</cp:lastModifiedBy>
  <cp:revision>13</cp:revision>
  <dcterms:created xsi:type="dcterms:W3CDTF">2025-11-10T22:39:22Z</dcterms:created>
  <dcterms:modified xsi:type="dcterms:W3CDTF">2025-11-11T09:49:53Z</dcterms:modified>
</cp:coreProperties>
</file>